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0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470025"/>
          </a:xfrm>
        </p:spPr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71800"/>
            <a:ext cx="6400800" cy="1752600"/>
          </a:xfrm>
        </p:spPr>
        <p:txBody>
          <a:bodyPr/>
          <a:lstStyle/>
          <a:p>
            <a:r>
              <a:rPr lang="en-US" dirty="0"/>
              <a:t>Bagging and Boosting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Bagging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0843C-6140-44D0-A4C2-A4DF54671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Bagging, or Bootstrap Aggregating, is an ensemble learning method in machine learning designed to improve the stability and accuracy of models, primarily by reducing variance and preventing overfitting.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2EC0C2-43AD-4E5D-B121-22E42416C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24200"/>
            <a:ext cx="77724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Bagging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3A3514-B4A7-4E13-8666-C34FE492B4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752600"/>
            <a:ext cx="8229600" cy="2987206"/>
          </a:xfrm>
        </p:spPr>
      </p:pic>
    </p:spTree>
    <p:extLst>
      <p:ext uri="{BB962C8B-B14F-4D97-AF65-F5344CB8AC3E}">
        <p14:creationId xmlns:p14="http://schemas.microsoft.com/office/powerpoint/2010/main" val="1720627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Bagging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medium.com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143000"/>
            <a:ext cx="8001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19200"/>
            <a:ext cx="8077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geeksforgeeks.org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33601" y="1066800"/>
            <a:ext cx="5105400" cy="50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 err="1"/>
              <a:t>Adaboost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80772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 err="1"/>
              <a:t>Adaboost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95400"/>
            <a:ext cx="8077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 err="1"/>
              <a:t>Adaboost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8077200" cy="4343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685800"/>
            <a:ext cx="8001000" cy="4343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914400"/>
            <a:ext cx="7086600" cy="3412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1" y="762000"/>
            <a:ext cx="7848600" cy="457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762000"/>
            <a:ext cx="8077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3401</TotalTime>
  <Words>107</Words>
  <Application>Microsoft Office PowerPoint</Application>
  <PresentationFormat>On-screen Show (4:3)</PresentationFormat>
  <Paragraphs>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Google Sans</vt:lpstr>
      <vt:lpstr>Office Theme</vt:lpstr>
      <vt:lpstr>Machine Learning</vt:lpstr>
      <vt:lpstr>Bagging</vt:lpstr>
      <vt:lpstr>Bagging</vt:lpstr>
      <vt:lpstr>Bagging</vt:lpstr>
      <vt:lpstr>Boosting</vt:lpstr>
      <vt:lpstr>Boosting</vt:lpstr>
      <vt:lpstr>Adaboost</vt:lpstr>
      <vt:lpstr>Adaboost</vt:lpstr>
      <vt:lpstr>Adaboost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Tanmoy</dc:creator>
  <cp:lastModifiedBy>ADMIN PC</cp:lastModifiedBy>
  <cp:revision>181</cp:revision>
  <dcterms:created xsi:type="dcterms:W3CDTF">2006-08-16T00:00:00Z</dcterms:created>
  <dcterms:modified xsi:type="dcterms:W3CDTF">2025-10-09T06:36:54Z</dcterms:modified>
</cp:coreProperties>
</file>