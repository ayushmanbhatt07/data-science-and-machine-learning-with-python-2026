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9" r:id="rId3"/>
    <p:sldId id="285" r:id="rId4"/>
    <p:sldId id="278" r:id="rId5"/>
    <p:sldId id="258" r:id="rId6"/>
    <p:sldId id="261" r:id="rId7"/>
    <p:sldId id="262" r:id="rId8"/>
    <p:sldId id="265" r:id="rId9"/>
    <p:sldId id="266" r:id="rId10"/>
    <p:sldId id="267" r:id="rId11"/>
    <p:sldId id="268" r:id="rId12"/>
    <p:sldId id="274" r:id="rId13"/>
    <p:sldId id="273" r:id="rId14"/>
    <p:sldId id="275" r:id="rId15"/>
    <p:sldId id="276" r:id="rId16"/>
    <p:sldId id="277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14400"/>
            <a:ext cx="7772400" cy="1470025"/>
          </a:xfrm>
        </p:spPr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71800"/>
            <a:ext cx="6400800" cy="1752600"/>
          </a:xfrm>
        </p:spPr>
        <p:txBody>
          <a:bodyPr/>
          <a:lstStyle/>
          <a:p>
            <a:r>
              <a:rPr lang="en-US" dirty="0"/>
              <a:t>Deep Neural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/>
              <a:t>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00600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Deep learning uses artificial neural networks to perform complex computations on large amount of data.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This is also called </a:t>
            </a:r>
            <a:r>
              <a:rPr lang="en-US" sz="2400" dirty="0" err="1"/>
              <a:t>intensed</a:t>
            </a:r>
            <a:r>
              <a:rPr lang="en-US" sz="2400" dirty="0"/>
              <a:t> learning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>
                <a:solidFill>
                  <a:srgbClr val="7030A0"/>
                </a:solidFill>
              </a:rPr>
              <a:t>Alternative definition: </a:t>
            </a:r>
          </a:p>
          <a:p>
            <a:pPr lvl="1" algn="just"/>
            <a:r>
              <a:rPr lang="en-US" sz="2400" dirty="0"/>
              <a:t>a type of machine learning based on artificial neural networks in which multiple layers of processing are used to extract progressively higher level features from data.</a:t>
            </a:r>
          </a:p>
        </p:txBody>
      </p:sp>
    </p:spTree>
    <p:extLst>
      <p:ext uri="{BB962C8B-B14F-4D97-AF65-F5344CB8AC3E}">
        <p14:creationId xmlns:p14="http://schemas.microsoft.com/office/powerpoint/2010/main" val="2902722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48200"/>
          </a:xfrm>
        </p:spPr>
        <p:txBody>
          <a:bodyPr>
            <a:normAutofit/>
          </a:bodyPr>
          <a:lstStyle/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Uses artificial neural networks.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Learns from large datasets with minimal human intervention.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Excels in complex tasks like image recognition, speech processing, and natural language understanding.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76931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/>
              <a:t>Deep learning applications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229600" cy="4267200"/>
          </a:xfrm>
        </p:spPr>
        <p:txBody>
          <a:bodyPr>
            <a:normAutofit/>
          </a:bodyPr>
          <a:lstStyle/>
          <a:p>
            <a:r>
              <a:rPr lang="en-US" sz="2400" dirty="0"/>
              <a:t>Self Driving Cars.</a:t>
            </a:r>
          </a:p>
          <a:p>
            <a:r>
              <a:rPr lang="en-US" sz="2400" dirty="0"/>
              <a:t>News Aggregation and Fraud News Detection.</a:t>
            </a:r>
          </a:p>
          <a:p>
            <a:r>
              <a:rPr lang="en-US" sz="2400" dirty="0"/>
              <a:t>Natural Language Processing.</a:t>
            </a:r>
          </a:p>
          <a:p>
            <a:r>
              <a:rPr lang="en-US" sz="2400" dirty="0"/>
              <a:t>Virtual Assistants.</a:t>
            </a:r>
          </a:p>
          <a:p>
            <a:r>
              <a:rPr lang="en-US" sz="2400" dirty="0"/>
              <a:t>Entertainment.</a:t>
            </a:r>
          </a:p>
          <a:p>
            <a:r>
              <a:rPr lang="en-US" sz="2400" dirty="0"/>
              <a:t>Visual Recognition.</a:t>
            </a:r>
          </a:p>
          <a:p>
            <a:r>
              <a:rPr lang="en-US" sz="2400" dirty="0"/>
              <a:t>Fraud Detection.</a:t>
            </a:r>
          </a:p>
          <a:p>
            <a:r>
              <a:rPr lang="en-US" sz="2400" dirty="0"/>
              <a:t>Healthcare.</a:t>
            </a:r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3023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/>
              <a:t>Deep neural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0800" y="4648200"/>
            <a:ext cx="4572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600199"/>
            <a:ext cx="7696200" cy="278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590800" y="6172200"/>
            <a:ext cx="4572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066800"/>
            <a:ext cx="7924800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590800" y="6172200"/>
            <a:ext cx="4572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762000"/>
            <a:ext cx="7924800" cy="4952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590800" y="6172200"/>
            <a:ext cx="4572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685800"/>
            <a:ext cx="81534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590800" y="6172200"/>
            <a:ext cx="4572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609600"/>
            <a:ext cx="80772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590800" y="6172200"/>
            <a:ext cx="4572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609600"/>
            <a:ext cx="8153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590800" y="6172200"/>
            <a:ext cx="4572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685800"/>
            <a:ext cx="8153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/>
              <a:t>What are RNNs?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0800" y="6172200"/>
            <a:ext cx="4572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wildml.com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8382000" cy="50593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The idea behind RNNs is to make use of sequential information.</a:t>
            </a:r>
          </a:p>
          <a:p>
            <a:pPr algn="just"/>
            <a:r>
              <a:rPr lang="en-US" sz="2400" dirty="0"/>
              <a:t>In a traditional neural network we assume that all inputs (and outputs) are independent of each other. </a:t>
            </a:r>
          </a:p>
          <a:p>
            <a:pPr algn="just"/>
            <a:r>
              <a:rPr lang="en-US" sz="2400" dirty="0"/>
              <a:t>If you want to predict the next word in a sentence you better know which words came before it. RNNs are called </a:t>
            </a:r>
            <a:r>
              <a:rPr lang="en-US" sz="2400" i="1" dirty="0"/>
              <a:t>recurrent</a:t>
            </a:r>
            <a:r>
              <a:rPr lang="en-US" sz="2400" dirty="0"/>
              <a:t> because they perform the same task for every element of a sequence, with the output being depended on the previous computations. </a:t>
            </a:r>
          </a:p>
          <a:p>
            <a:pPr algn="just"/>
            <a:r>
              <a:rPr lang="en-US" sz="2400" dirty="0"/>
              <a:t>Another way to think about RNNs is that they have a “memory” which captures information about what has been calculated so far. </a:t>
            </a:r>
          </a:p>
          <a:p>
            <a:pPr algn="just"/>
            <a:r>
              <a:rPr lang="en-US" sz="2400" dirty="0"/>
              <a:t>In theory RNNs can make use of information in arbitrarily long sequences, but in practice they are limited to looking back only a few steps 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590800" y="6172200"/>
            <a:ext cx="4572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838200"/>
            <a:ext cx="80772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590800" y="6172200"/>
            <a:ext cx="4572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wildml.com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914400"/>
            <a:ext cx="8458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/>
              <a:t>Advantages and Drawbacks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0800" y="6172200"/>
            <a:ext cx="4572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standford.edu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295400"/>
            <a:ext cx="83058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/>
              <a:t>Training through RNN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371600"/>
            <a:ext cx="81534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3094</TotalTime>
  <Words>331</Words>
  <Application>Microsoft Office PowerPoint</Application>
  <PresentationFormat>On-screen Show (4:3)</PresentationFormat>
  <Paragraphs>42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Machine Learning</vt:lpstr>
      <vt:lpstr>Deep Learning</vt:lpstr>
      <vt:lpstr>Key features</vt:lpstr>
      <vt:lpstr>Deep learning applications</vt:lpstr>
      <vt:lpstr>Deep neural network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are RNNs?</vt:lpstr>
      <vt:lpstr>PowerPoint Presentation</vt:lpstr>
      <vt:lpstr>PowerPoint Presentation</vt:lpstr>
      <vt:lpstr>Advantages and Drawbacks</vt:lpstr>
      <vt:lpstr>Training through RNN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Tanmoy</dc:creator>
  <cp:lastModifiedBy>ADMIN PC</cp:lastModifiedBy>
  <cp:revision>141</cp:revision>
  <dcterms:created xsi:type="dcterms:W3CDTF">2006-08-16T00:00:00Z</dcterms:created>
  <dcterms:modified xsi:type="dcterms:W3CDTF">2026-04-01T04:49:59Z</dcterms:modified>
</cp:coreProperties>
</file>