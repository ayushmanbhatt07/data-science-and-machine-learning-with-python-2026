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60" r:id="rId5"/>
    <p:sldId id="258" r:id="rId6"/>
    <p:sldId id="259"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1" d="100"/>
          <a:sy n="61" d="100"/>
        </p:scale>
        <p:origin x="144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14400"/>
            <a:ext cx="7772400" cy="1470025"/>
          </a:xfrm>
        </p:spPr>
        <p:txBody>
          <a:bodyPr/>
          <a:lstStyle/>
          <a:p>
            <a:r>
              <a:rPr lang="en-US" dirty="0"/>
              <a:t>Machine Learning</a:t>
            </a:r>
          </a:p>
        </p:txBody>
      </p:sp>
      <p:sp>
        <p:nvSpPr>
          <p:cNvPr id="3" name="Subtitle 2"/>
          <p:cNvSpPr>
            <a:spLocks noGrp="1"/>
          </p:cNvSpPr>
          <p:nvPr>
            <p:ph type="subTitle" idx="1"/>
          </p:nvPr>
        </p:nvSpPr>
        <p:spPr>
          <a:xfrm>
            <a:off x="1371600" y="2971800"/>
            <a:ext cx="6400800" cy="1752600"/>
          </a:xfrm>
        </p:spPr>
        <p:txBody>
          <a:bodyPr/>
          <a:lstStyle/>
          <a:p>
            <a:r>
              <a:rPr lang="en-US"/>
              <a:t>Recommendation System: Collaborative </a:t>
            </a:r>
            <a:r>
              <a:rPr lang="en-US" dirty="0"/>
              <a:t>Filtering and Content -based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Autofit/>
          </a:bodyPr>
          <a:lstStyle/>
          <a:p>
            <a:r>
              <a:rPr lang="en-US" sz="3200" dirty="0"/>
              <a:t>Recommender System</a:t>
            </a:r>
          </a:p>
        </p:txBody>
      </p:sp>
      <p:sp>
        <p:nvSpPr>
          <p:cNvPr id="4" name="Content Placeholder 3"/>
          <p:cNvSpPr>
            <a:spLocks noGrp="1"/>
          </p:cNvSpPr>
          <p:nvPr>
            <p:ph sz="half" idx="1"/>
          </p:nvPr>
        </p:nvSpPr>
        <p:spPr>
          <a:xfrm>
            <a:off x="457200" y="1295400"/>
            <a:ext cx="8229600" cy="4648200"/>
          </a:xfrm>
        </p:spPr>
        <p:txBody>
          <a:bodyPr>
            <a:normAutofit/>
          </a:bodyPr>
          <a:lstStyle/>
          <a:p>
            <a:pPr algn="just"/>
            <a:r>
              <a:rPr lang="en-US" sz="2400" dirty="0"/>
              <a:t>Like many machine learning techniques, a recommender system makes prediction based on users’ historical behaviors. Specifically, it’s to predict user preference for a set of items based on past experience. To build a recommender system, the most two popular approaches are Content-based and Collaborative Filtering.</a:t>
            </a:r>
          </a:p>
          <a:p>
            <a:pPr algn="just"/>
            <a:r>
              <a:rPr lang="en-US" sz="2400" b="1" dirty="0"/>
              <a:t>Content-based</a:t>
            </a:r>
            <a:r>
              <a:rPr lang="en-US" sz="2400" dirty="0"/>
              <a:t> approach requires a good amount of information of items’ own features, rather than using users’ interactions and feedbacks. For example, it can be movie attributes such as genre, year, director, actor etc., or textual content of articles that can be extracted by applying Natural Language Processing. </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noAutofit/>
          </a:bodyPr>
          <a:lstStyle/>
          <a:p>
            <a:r>
              <a:rPr lang="en-US" sz="3200" dirty="0"/>
              <a:t>Recommender System</a:t>
            </a:r>
          </a:p>
        </p:txBody>
      </p:sp>
      <p:sp>
        <p:nvSpPr>
          <p:cNvPr id="4" name="Content Placeholder 3"/>
          <p:cNvSpPr>
            <a:spLocks noGrp="1"/>
          </p:cNvSpPr>
          <p:nvPr>
            <p:ph sz="half" idx="1"/>
          </p:nvPr>
        </p:nvSpPr>
        <p:spPr>
          <a:xfrm>
            <a:off x="457200" y="1066800"/>
            <a:ext cx="8153400" cy="5410200"/>
          </a:xfrm>
        </p:spPr>
        <p:txBody>
          <a:bodyPr>
            <a:normAutofit/>
          </a:bodyPr>
          <a:lstStyle/>
          <a:p>
            <a:pPr algn="just"/>
            <a:r>
              <a:rPr lang="en-US" sz="2400" b="1" dirty="0"/>
              <a:t>Collaborative Filtering</a:t>
            </a:r>
            <a:r>
              <a:rPr lang="en-US" sz="2400" dirty="0"/>
              <a:t>, on the other hand, doesn’t need anything else except users’ historical preference on a set of items. Because it’s based on historical data, the core assumption here is that the users who have agreed in the past tend to also agree in the future. In terms of user preference, it usually expressed by two categories. </a:t>
            </a:r>
          </a:p>
          <a:p>
            <a:pPr algn="just"/>
            <a:r>
              <a:rPr lang="en-US" sz="2400" b="1" dirty="0"/>
              <a:t>Explicit Rating</a:t>
            </a:r>
            <a:r>
              <a:rPr lang="en-US" sz="2400" dirty="0"/>
              <a:t>, is a rate given by a user to an item on a sliding scale, like 5 stars for Titanic. This is the most direct feedback from users to show how much they like an item. </a:t>
            </a:r>
          </a:p>
          <a:p>
            <a:pPr algn="just"/>
            <a:r>
              <a:rPr lang="en-US" sz="2400" b="1" dirty="0"/>
              <a:t>Implicit Rating</a:t>
            </a:r>
            <a:r>
              <a:rPr lang="en-US" sz="2400" dirty="0"/>
              <a:t>, suggests users preference indirectly, such as page views, clicks, purchase records, whether or not listen to a music track, and so on. In this article, I will take a close look at collaborative filtering that is a traditional and powerful tool for recommender systems.</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Autofit/>
          </a:bodyPr>
          <a:lstStyle/>
          <a:p>
            <a:r>
              <a:rPr lang="en-US" sz="3200" dirty="0"/>
              <a:t>Recommender System</a:t>
            </a:r>
          </a:p>
        </p:txBody>
      </p:sp>
      <p:sp>
        <p:nvSpPr>
          <p:cNvPr id="4" name="Content Placeholder 3"/>
          <p:cNvSpPr>
            <a:spLocks noGrp="1"/>
          </p:cNvSpPr>
          <p:nvPr>
            <p:ph sz="half" idx="1"/>
          </p:nvPr>
        </p:nvSpPr>
        <p:spPr>
          <a:xfrm>
            <a:off x="457200" y="1295400"/>
            <a:ext cx="7696200" cy="5181600"/>
          </a:xfrm>
        </p:spPr>
        <p:txBody>
          <a:bodyPr>
            <a:normAutofit/>
          </a:bodyPr>
          <a:lstStyle/>
          <a:p>
            <a:r>
              <a:rPr lang="en-US" sz="2200" dirty="0"/>
              <a:t>Item recommendation</a:t>
            </a:r>
          </a:p>
          <a:p>
            <a:r>
              <a:rPr lang="en-US" sz="2200" dirty="0"/>
              <a:t>Rating Prediction System</a:t>
            </a:r>
          </a:p>
          <a:p>
            <a:r>
              <a:rPr lang="en-US" sz="2200" dirty="0"/>
              <a:t>U: set of users</a:t>
            </a:r>
          </a:p>
          <a:p>
            <a:r>
              <a:rPr lang="en-US" sz="2200" dirty="0"/>
              <a:t>I: set of items</a:t>
            </a:r>
          </a:p>
          <a:p>
            <a:r>
              <a:rPr lang="en-US" sz="2200" dirty="0"/>
              <a:t>Probability p: U X I -&gt; R</a:t>
            </a:r>
          </a:p>
          <a:p>
            <a:r>
              <a:rPr lang="en-US" sz="2200" dirty="0"/>
              <a:t>Learn p from data</a:t>
            </a:r>
          </a:p>
          <a:p>
            <a:r>
              <a:rPr lang="en-US" sz="2200" dirty="0"/>
              <a:t>Use to predict the utility value each item to each user</a:t>
            </a:r>
          </a:p>
          <a:p>
            <a:r>
              <a:rPr lang="en-US" sz="2200" dirty="0"/>
              <a:t>Content based</a:t>
            </a:r>
          </a:p>
          <a:p>
            <a:pPr lvl="1"/>
            <a:r>
              <a:rPr lang="en-US" sz="1800" dirty="0"/>
              <a:t>Based on content similarity</a:t>
            </a:r>
          </a:p>
          <a:p>
            <a:r>
              <a:rPr lang="en-US" sz="2200" dirty="0"/>
              <a:t>Collaborative filtering</a:t>
            </a:r>
          </a:p>
          <a:p>
            <a:pPr lvl="1"/>
            <a:r>
              <a:rPr lang="en-US" sz="1800" dirty="0"/>
              <a:t>Types: User-based nearest </a:t>
            </a:r>
            <a:r>
              <a:rPr lang="en-US" sz="1800" dirty="0" err="1"/>
              <a:t>neighbour</a:t>
            </a:r>
            <a:r>
              <a:rPr lang="en-US" sz="1800" dirty="0"/>
              <a:t>, Item-based nearest </a:t>
            </a:r>
            <a:r>
              <a:rPr lang="en-US" sz="1800" dirty="0" err="1"/>
              <a:t>neighbour</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Autofit/>
          </a:bodyPr>
          <a:lstStyle/>
          <a:p>
            <a:endParaRPr lang="en-US" sz="3200" dirty="0"/>
          </a:p>
        </p:txBody>
      </p:sp>
      <p:pic>
        <p:nvPicPr>
          <p:cNvPr id="1026" name="Picture 2"/>
          <p:cNvPicPr>
            <a:picLocks noGrp="1" noChangeAspect="1" noChangeArrowheads="1"/>
          </p:cNvPicPr>
          <p:nvPr>
            <p:ph sz="half" idx="1"/>
          </p:nvPr>
        </p:nvPicPr>
        <p:blipFill>
          <a:blip r:embed="rId2"/>
          <a:srcRect/>
          <a:stretch>
            <a:fillRect/>
          </a:stretch>
        </p:blipFill>
        <p:spPr bwMode="auto">
          <a:xfrm>
            <a:off x="914400" y="533400"/>
            <a:ext cx="7238999" cy="525780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Autofit/>
          </a:bodyPr>
          <a:lstStyle/>
          <a:p>
            <a:endParaRPr lang="en-US" sz="3200" dirty="0"/>
          </a:p>
        </p:txBody>
      </p:sp>
      <p:pic>
        <p:nvPicPr>
          <p:cNvPr id="2050" name="Picture 2"/>
          <p:cNvPicPr>
            <a:picLocks noGrp="1" noChangeAspect="1" noChangeArrowheads="1"/>
          </p:cNvPicPr>
          <p:nvPr>
            <p:ph sz="half" idx="1"/>
          </p:nvPr>
        </p:nvPicPr>
        <p:blipFill>
          <a:blip r:embed="rId2"/>
          <a:srcRect/>
          <a:stretch>
            <a:fillRect/>
          </a:stretch>
        </p:blipFill>
        <p:spPr bwMode="auto">
          <a:xfrm>
            <a:off x="914400" y="1143000"/>
            <a:ext cx="7239000" cy="464820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1505</TotalTime>
  <Words>342</Words>
  <Application>Microsoft Office PowerPoint</Application>
  <PresentationFormat>On-screen Show (4:3)</PresentationFormat>
  <Paragraphs>21</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Machine Learning</vt:lpstr>
      <vt:lpstr>Recommender System</vt:lpstr>
      <vt:lpstr>Recommender System</vt:lpstr>
      <vt:lpstr>Recommender System</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dc:title>
  <dc:creator>Tanmoy</dc:creator>
  <cp:lastModifiedBy>ADMIN PC</cp:lastModifiedBy>
  <cp:revision>91</cp:revision>
  <dcterms:created xsi:type="dcterms:W3CDTF">2006-08-16T00:00:00Z</dcterms:created>
  <dcterms:modified xsi:type="dcterms:W3CDTF">2026-03-16T05:23:03Z</dcterms:modified>
</cp:coreProperties>
</file>