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71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14400"/>
            <a:ext cx="7772400" cy="1470025"/>
          </a:xfrm>
        </p:spPr>
        <p:txBody>
          <a:bodyPr/>
          <a:lstStyle/>
          <a:p>
            <a:r>
              <a:rPr lang="en-US" dirty="0"/>
              <a:t>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71800"/>
            <a:ext cx="6400800" cy="1752600"/>
          </a:xfrm>
        </p:spPr>
        <p:txBody>
          <a:bodyPr/>
          <a:lstStyle/>
          <a:p>
            <a:r>
              <a:rPr lang="en-US" dirty="0"/>
              <a:t>Introduction to Clustering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r>
              <a:rPr lang="en-US" sz="3200" dirty="0"/>
              <a:t>Unsupervised learning</a:t>
            </a:r>
          </a:p>
        </p:txBody>
      </p:sp>
      <p:pic>
        <p:nvPicPr>
          <p:cNvPr id="3" name="Content Placeholder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371600"/>
            <a:ext cx="8153400" cy="4114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r>
              <a:rPr lang="en-US" sz="3200" dirty="0"/>
              <a:t>Applications of clustering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7000" y="62484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ias.ac.in</a:t>
            </a:r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8200" y="1524001"/>
            <a:ext cx="74676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r>
              <a:rPr lang="en-US" sz="3200" dirty="0"/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7000" y="62484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Dr. </a:t>
            </a:r>
            <a:r>
              <a:rPr lang="en-US" dirty="0" err="1"/>
              <a:t>Sudeshna</a:t>
            </a:r>
            <a:r>
              <a:rPr lang="en-US" dirty="0"/>
              <a:t> </a:t>
            </a:r>
            <a:r>
              <a:rPr lang="en-US" dirty="0" err="1"/>
              <a:t>Sarkar</a:t>
            </a:r>
            <a:r>
              <a:rPr lang="en-US" dirty="0"/>
              <a:t>, IIT </a:t>
            </a:r>
            <a:r>
              <a:rPr lang="en-US" dirty="0" err="1"/>
              <a:t>Kharagpur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371600"/>
            <a:ext cx="78486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sz="3200" dirty="0"/>
              <a:t>Aspects of clustering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7000" y="62484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Dr. </a:t>
            </a:r>
            <a:r>
              <a:rPr lang="en-US" dirty="0" err="1"/>
              <a:t>Sudeshna</a:t>
            </a:r>
            <a:r>
              <a:rPr lang="en-US" dirty="0"/>
              <a:t> </a:t>
            </a:r>
            <a:r>
              <a:rPr lang="en-US" dirty="0" err="1"/>
              <a:t>Sarkar</a:t>
            </a:r>
            <a:r>
              <a:rPr lang="en-US" dirty="0"/>
              <a:t>, IIT </a:t>
            </a:r>
            <a:r>
              <a:rPr lang="en-US" dirty="0" err="1"/>
              <a:t>Kharagpur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295400"/>
            <a:ext cx="51054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6248400" y="1676400"/>
            <a:ext cx="25908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r>
              <a:rPr lang="en-US" sz="3200" dirty="0"/>
              <a:t>Major clustering approaches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7000" y="62484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Dr. </a:t>
            </a:r>
            <a:r>
              <a:rPr lang="en-US" dirty="0" err="1"/>
              <a:t>Sudeshna</a:t>
            </a:r>
            <a:r>
              <a:rPr lang="en-US" dirty="0"/>
              <a:t> </a:t>
            </a:r>
            <a:r>
              <a:rPr lang="en-US" dirty="0" err="1"/>
              <a:t>Sarkar</a:t>
            </a:r>
            <a:r>
              <a:rPr lang="en-US" dirty="0"/>
              <a:t>, IIT </a:t>
            </a:r>
            <a:r>
              <a:rPr lang="en-US" dirty="0" err="1"/>
              <a:t>Kharagpur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8200" y="1295400"/>
            <a:ext cx="7620000" cy="4038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r>
              <a:rPr lang="en-US" sz="3200" dirty="0"/>
              <a:t>Partitioning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7000" y="62484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Dr. </a:t>
            </a:r>
            <a:r>
              <a:rPr lang="en-US" dirty="0" err="1"/>
              <a:t>Sudeshna</a:t>
            </a:r>
            <a:r>
              <a:rPr lang="en-US" dirty="0"/>
              <a:t> </a:t>
            </a:r>
            <a:r>
              <a:rPr lang="en-US" dirty="0" err="1"/>
              <a:t>Sarkar</a:t>
            </a:r>
            <a:r>
              <a:rPr lang="en-US" dirty="0"/>
              <a:t>, IIT </a:t>
            </a:r>
            <a:r>
              <a:rPr lang="en-US" dirty="0" err="1"/>
              <a:t>Kharagpur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62000" y="1371600"/>
            <a:ext cx="7620000" cy="3291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r>
              <a:rPr lang="en-US" sz="3200" dirty="0"/>
              <a:t>Hierarchical clustering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7000" y="62484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Dr. </a:t>
            </a:r>
            <a:r>
              <a:rPr lang="en-US" dirty="0" err="1"/>
              <a:t>Sudeshna</a:t>
            </a:r>
            <a:r>
              <a:rPr lang="en-US" dirty="0"/>
              <a:t> </a:t>
            </a:r>
            <a:r>
              <a:rPr lang="en-US" dirty="0" err="1"/>
              <a:t>Sarkar</a:t>
            </a:r>
            <a:r>
              <a:rPr lang="en-US" dirty="0"/>
              <a:t>, IIT </a:t>
            </a:r>
            <a:r>
              <a:rPr lang="en-US" dirty="0" err="1"/>
              <a:t>Kharagpur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8200" y="1371600"/>
            <a:ext cx="7467599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r>
              <a:rPr lang="en-US" sz="3200" dirty="0"/>
              <a:t>Model based clustering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7000" y="62484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Dr. </a:t>
            </a:r>
            <a:r>
              <a:rPr lang="en-US" dirty="0" err="1"/>
              <a:t>Sudeshna</a:t>
            </a:r>
            <a:r>
              <a:rPr lang="en-US" dirty="0"/>
              <a:t> </a:t>
            </a:r>
            <a:r>
              <a:rPr lang="en-US" dirty="0" err="1"/>
              <a:t>Sarkar</a:t>
            </a:r>
            <a:r>
              <a:rPr lang="en-US" dirty="0"/>
              <a:t>, IIT </a:t>
            </a:r>
            <a:r>
              <a:rPr lang="en-US" dirty="0" err="1"/>
              <a:t>Kharagpur</a:t>
            </a:r>
            <a:endParaRPr 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62000" y="1371600"/>
            <a:ext cx="7619999" cy="4114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sz="3200" dirty="0"/>
              <a:t>Density based clustering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7000" y="62484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Dr. </a:t>
            </a:r>
            <a:r>
              <a:rPr lang="en-US" dirty="0" err="1"/>
              <a:t>Sudeshna</a:t>
            </a:r>
            <a:r>
              <a:rPr lang="en-US" dirty="0"/>
              <a:t> </a:t>
            </a:r>
            <a:r>
              <a:rPr lang="en-US" dirty="0" err="1"/>
              <a:t>Sarkar</a:t>
            </a:r>
            <a:r>
              <a:rPr lang="en-US" dirty="0"/>
              <a:t>, IIT </a:t>
            </a:r>
            <a:r>
              <a:rPr lang="en-US" dirty="0" err="1"/>
              <a:t>Kharagpur</a:t>
            </a:r>
            <a:endParaRPr lang="en-US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1371600"/>
            <a:ext cx="4419600" cy="4038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5689135" y="2209800"/>
            <a:ext cx="2828925" cy="2326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sz="3200" dirty="0"/>
              <a:t>Graph-theoretic clustering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7000" y="62484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Dr. </a:t>
            </a:r>
            <a:r>
              <a:rPr lang="en-US" dirty="0" err="1"/>
              <a:t>Sudeshna</a:t>
            </a:r>
            <a:r>
              <a:rPr lang="en-US" dirty="0"/>
              <a:t> </a:t>
            </a:r>
            <a:r>
              <a:rPr lang="en-US" dirty="0" err="1"/>
              <a:t>Sarkar</a:t>
            </a:r>
            <a:r>
              <a:rPr lang="en-US" dirty="0"/>
              <a:t>, IIT </a:t>
            </a:r>
            <a:r>
              <a:rPr lang="en-US" dirty="0" err="1"/>
              <a:t>Kharagpur</a:t>
            </a:r>
            <a:endParaRPr lang="en-US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09600" y="1524000"/>
            <a:ext cx="42672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5562600" y="1828800"/>
            <a:ext cx="30480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sz="3200" dirty="0"/>
              <a:t>(</a:t>
            </a:r>
            <a:r>
              <a:rPr lang="en-US" sz="3200" dirty="0" err="1"/>
              <a:t>Dis</a:t>
            </a:r>
            <a:r>
              <a:rPr lang="en-US" sz="3200" dirty="0"/>
              <a:t>)Similarity measures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7000" y="62484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Dr. </a:t>
            </a:r>
            <a:r>
              <a:rPr lang="en-US" dirty="0" err="1"/>
              <a:t>Sudeshna</a:t>
            </a:r>
            <a:r>
              <a:rPr lang="en-US" dirty="0"/>
              <a:t> </a:t>
            </a:r>
            <a:r>
              <a:rPr lang="en-US" dirty="0" err="1"/>
              <a:t>Sarkar</a:t>
            </a:r>
            <a:r>
              <a:rPr lang="en-US" dirty="0"/>
              <a:t>, IIT </a:t>
            </a:r>
            <a:r>
              <a:rPr lang="en-US" dirty="0" err="1"/>
              <a:t>Kharagpur</a:t>
            </a:r>
            <a:endParaRPr lang="en-US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14400" y="1600200"/>
            <a:ext cx="7315199" cy="3234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sz="3200" dirty="0"/>
              <a:t>(</a:t>
            </a:r>
            <a:r>
              <a:rPr lang="en-US" sz="3200" dirty="0" err="1"/>
              <a:t>Dis</a:t>
            </a:r>
            <a:r>
              <a:rPr lang="en-US" sz="3200" dirty="0"/>
              <a:t>)Similarity measures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009906-FBE7-42EB-B70D-7D4ABC32A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106279"/>
            <a:ext cx="5125165" cy="1209844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5DBF1EB-0150-4AE5-868D-BCBC9590C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221" y="1451808"/>
            <a:ext cx="8229600" cy="4525963"/>
          </a:xfrm>
        </p:spPr>
        <p:txBody>
          <a:bodyPr/>
          <a:lstStyle/>
          <a:p>
            <a:r>
              <a:rPr lang="en-US" dirty="0" err="1"/>
              <a:t>Mahalanobis</a:t>
            </a:r>
            <a:r>
              <a:rPr lang="en-US" dirty="0"/>
              <a:t> distance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92A38F-1F4C-47FD-A341-DC1924ABA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2412741"/>
            <a:ext cx="4191000" cy="94005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r>
              <a:rPr lang="en-US" sz="3200" dirty="0"/>
              <a:t>Quality of clustering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7000" y="62484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Dr. </a:t>
            </a:r>
            <a:r>
              <a:rPr lang="en-US" dirty="0" err="1"/>
              <a:t>Sudeshna</a:t>
            </a:r>
            <a:r>
              <a:rPr lang="en-US" dirty="0"/>
              <a:t> </a:t>
            </a:r>
            <a:r>
              <a:rPr lang="en-US" dirty="0" err="1"/>
              <a:t>Sarkar</a:t>
            </a:r>
            <a:r>
              <a:rPr lang="en-US" dirty="0"/>
              <a:t>, IIT </a:t>
            </a:r>
            <a:r>
              <a:rPr lang="en-US" dirty="0" err="1"/>
              <a:t>Kharagpur</a:t>
            </a:r>
            <a:endParaRPr lang="en-US" dirty="0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85800" y="1219200"/>
            <a:ext cx="77724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1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1447800" y="4114800"/>
            <a:ext cx="6477000" cy="1500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3458</TotalTime>
  <Words>119</Words>
  <Application>Microsoft Office PowerPoint</Application>
  <PresentationFormat>On-screen Show (4:3)</PresentationFormat>
  <Paragraphs>27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Machine Learning</vt:lpstr>
      <vt:lpstr>Unsupervised learning</vt:lpstr>
      <vt:lpstr>Applications of clustering</vt:lpstr>
      <vt:lpstr>Example</vt:lpstr>
      <vt:lpstr>Aspects of clustering</vt:lpstr>
      <vt:lpstr>Major clustering approaches</vt:lpstr>
      <vt:lpstr>Partitioning algorithms</vt:lpstr>
      <vt:lpstr>Hierarchical clustering</vt:lpstr>
      <vt:lpstr>Model based clustering</vt:lpstr>
      <vt:lpstr>Density based clustering</vt:lpstr>
      <vt:lpstr>Graph-theoretic clustering</vt:lpstr>
      <vt:lpstr>(Dis)Similarity measures</vt:lpstr>
      <vt:lpstr>(Dis)Similarity measures</vt:lpstr>
      <vt:lpstr>Quality of clustering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</dc:title>
  <dc:creator>Tanmoy</dc:creator>
  <cp:lastModifiedBy>ADMIN PC</cp:lastModifiedBy>
  <cp:revision>198</cp:revision>
  <dcterms:created xsi:type="dcterms:W3CDTF">2006-08-16T00:00:00Z</dcterms:created>
  <dcterms:modified xsi:type="dcterms:W3CDTF">2026-04-09T10:46:04Z</dcterms:modified>
</cp:coreProperties>
</file>